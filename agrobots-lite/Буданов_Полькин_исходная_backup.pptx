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8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72137"/>
            <a:ext cx="106984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err="1">
                <a:solidFill>
                  <a:srgbClr val="E8E8F0"/>
                </a:solidFill>
                <a:latin typeface="Segoe UI"/>
              </a:rPr>
              <a:t>AgroBot</a:t>
            </a:r>
            <a:r>
              <a:rPr lang="en-US" sz="4000" b="1" dirty="0" err="1">
                <a:solidFill>
                  <a:srgbClr val="E8E8F0"/>
                </a:solidFill>
                <a:latin typeface="Segoe UI"/>
              </a:rPr>
              <a:t>s</a:t>
            </a:r>
            <a:endParaRPr sz="4000" b="1" dirty="0">
              <a:solidFill>
                <a:srgbClr val="E8E8F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dirty="0" err="1">
                <a:solidFill>
                  <a:srgbClr val="22B8CF"/>
                </a:solidFill>
                <a:latin typeface="Segoe UI"/>
              </a:rPr>
              <a:t>Симулятор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B8CF"/>
                </a:solidFill>
                <a:latin typeface="Segoe UI"/>
              </a:rPr>
              <a:t>автономного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B8CF"/>
                </a:solidFill>
                <a:latin typeface="Segoe UI"/>
              </a:rPr>
              <a:t>роботизированного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B8CF"/>
                </a:solidFill>
                <a:latin typeface="Segoe UI"/>
              </a:rPr>
              <a:t>агрохозяйства</a:t>
            </a:r>
            <a:endParaRPr sz="2000" b="0" dirty="0">
              <a:solidFill>
                <a:srgbClr val="22B8CF"/>
              </a:solidFill>
              <a:latin typeface="Segoe UI"/>
            </a:endParaRPr>
          </a:p>
          <a:p>
            <a:pPr algn="ctr"/>
            <a:r>
              <a:rPr sz="2000" b="0" dirty="0" err="1">
                <a:solidFill>
                  <a:srgbClr val="22B8CF"/>
                </a:solidFill>
                <a:latin typeface="Segoe UI"/>
              </a:rPr>
              <a:t>Упрощённая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B8CF"/>
                </a:solidFill>
                <a:latin typeface="Segoe UI"/>
              </a:rPr>
              <a:t>версия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· </a:t>
            </a:r>
            <a:r>
              <a:rPr sz="2000" b="0" dirty="0" err="1">
                <a:solidFill>
                  <a:srgbClr val="22B8CF"/>
                </a:solidFill>
                <a:latin typeface="Segoe UI"/>
              </a:rPr>
              <a:t>тема</a:t>
            </a:r>
            <a:r>
              <a:rPr sz="2000" b="0" dirty="0">
                <a:solidFill>
                  <a:srgbClr val="22B8CF"/>
                </a:solidFill>
                <a:latin typeface="Segoe UI"/>
              </a:rPr>
              <a:t> №3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EB3"/>
                </a:solidFill>
                <a:latin typeface="Segoe UI"/>
              </a:rPr>
              <a:t>РГАУ–МСХА · Отчёт по учебной практике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О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Парк автономных роботов обслуживает поле — сетку клеток 14×9.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Роботы берут наряды из общей очереди приоритетов.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Маршрут по полю строится алгоритмом A*.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Выполняются агрооперации: посев, полив, уборка, осмотр.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При низком заряде робот сам едет на ближайшую зарядную станцию.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Всё состояние наглядно отображается в графическом интерфейсе.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Цель и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Цель: реализовать законченное Python-приложение с GUI, демонстрирующее ООП и базовые алгоритмы.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Спроектировать слоистую архитектуру (модели → ядро → интерфейс).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Реализовать иерархию роботов (наследование, полиморфизм).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Реализовать A*, очередь приоритетов и сортировку плана.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Реализовать подсистему расхода и пополнения заряда.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Разработать интерфейс на tkinter и покрыть логику тестами.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Стек 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Python 3.10+ — язык реализации.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tkinter — графический интерфейс (стандартная библиотека).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heapq — двоичная куча как очередь приоритетов.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dataclasses, enum, collections.deque — описание модели.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Сторонних зависимостей нет — запуск на любой машине с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Архитектура: слои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0" dirty="0" err="1">
                <a:solidFill>
                  <a:srgbClr val="E8E8F0"/>
                </a:solidFill>
                <a:latin typeface="Segoe UI"/>
              </a:rPr>
              <a:t>C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лабая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связанность</a:t>
            </a:r>
            <a:r>
              <a:rPr lang="en-US" sz="1800" b="0" dirty="0">
                <a:solidFill>
                  <a:srgbClr val="E8E8F0"/>
                </a:solidFill>
                <a:latin typeface="Segoe UI"/>
              </a:rPr>
              <a:t>:</a:t>
            </a:r>
            <a:endParaRPr sz="1800" b="0" dirty="0">
              <a:solidFill>
                <a:srgbClr val="E8E8F0"/>
              </a:solidFill>
              <a:latin typeface="Segoe UI"/>
            </a:endParaRPr>
          </a:p>
          <a:p>
            <a:pPr algn="l"/>
            <a:endParaRPr sz="1800" b="0" dirty="0">
              <a:solidFill>
                <a:srgbClr val="E8E8F0"/>
              </a:solidFill>
              <a:latin typeface="Segoe UI"/>
            </a:endParaRPr>
          </a:p>
          <a:p>
            <a:pPr algn="ctr"/>
            <a:r>
              <a:rPr sz="1800" b="0" dirty="0" err="1">
                <a:solidFill>
                  <a:srgbClr val="E8E8F0"/>
                </a:solidFill>
                <a:latin typeface="Segoe UI"/>
              </a:rPr>
              <a:t>ui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(gui.py)</a:t>
            </a:r>
            <a:endParaRPr lang="en-US" sz="1800" b="0" dirty="0">
              <a:solidFill>
                <a:srgbClr val="E8E8F0"/>
              </a:solidFill>
              <a:latin typeface="Segoe UI"/>
            </a:endParaRPr>
          </a:p>
          <a:p>
            <a:pPr algn="ctr"/>
            <a:r>
              <a:rPr sz="1800" b="0" dirty="0">
                <a:solidFill>
                  <a:srgbClr val="E8E8F0"/>
                </a:solidFill>
                <a:latin typeface="Segoe UI"/>
              </a:rPr>
              <a:t>↓</a:t>
            </a:r>
          </a:p>
          <a:p>
            <a:pPr algn="ctr"/>
            <a:r>
              <a:rPr sz="1800" b="0" dirty="0">
                <a:solidFill>
                  <a:srgbClr val="E8E8F0"/>
                </a:solidFill>
                <a:latin typeface="Segoe UI"/>
              </a:rPr>
              <a:t>core  (pathfinding · algorithms · scheduler · simulation)</a:t>
            </a:r>
            <a:endParaRPr lang="en-US" sz="1800" b="0" dirty="0">
              <a:solidFill>
                <a:srgbClr val="E8E8F0"/>
              </a:solidFill>
              <a:latin typeface="Segoe UI"/>
            </a:endParaRPr>
          </a:p>
          <a:p>
            <a:pPr algn="ctr"/>
            <a:r>
              <a:rPr sz="1800" b="0" dirty="0">
                <a:solidFill>
                  <a:srgbClr val="E8E8F0"/>
                </a:solidFill>
                <a:latin typeface="Segoe UI"/>
              </a:rPr>
              <a:t>↓</a:t>
            </a:r>
          </a:p>
          <a:p>
            <a:pPr algn="ctr"/>
            <a:r>
              <a:rPr sz="1800" b="0" dirty="0">
                <a:solidFill>
                  <a:srgbClr val="E8E8F0"/>
                </a:solidFill>
                <a:latin typeface="Segoe UI"/>
              </a:rPr>
              <a:t>models (field · task · robot)</a:t>
            </a:r>
          </a:p>
          <a:p>
            <a:pPr algn="l"/>
            <a:endParaRPr sz="1800" b="0" dirty="0">
              <a:solidFill>
                <a:srgbClr val="E8E8F0"/>
              </a:solidFill>
              <a:latin typeface="Segoe UI"/>
            </a:endParaRPr>
          </a:p>
          <a:p>
            <a:pPr algn="l"/>
            <a:r>
              <a:rPr sz="1800" b="0" dirty="0" err="1">
                <a:solidFill>
                  <a:srgbClr val="E8E8F0"/>
                </a:solidFill>
                <a:latin typeface="Segoe UI"/>
              </a:rPr>
              <a:t>Модели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хранят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только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данные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и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поведение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объектов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;</a:t>
            </a:r>
          </a:p>
          <a:p>
            <a:pPr algn="l"/>
            <a:r>
              <a:rPr sz="1800" b="0" dirty="0" err="1">
                <a:solidFill>
                  <a:srgbClr val="E8E8F0"/>
                </a:solidFill>
                <a:latin typeface="Segoe UI"/>
              </a:rPr>
              <a:t>все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алгоритмы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вынесены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в </a:t>
            </a:r>
            <a:r>
              <a:rPr sz="1800" b="0" dirty="0" err="1">
                <a:solidFill>
                  <a:srgbClr val="E8E8F0"/>
                </a:solidFill>
                <a:latin typeface="Segoe UI"/>
              </a:rPr>
              <a:t>пакет</a:t>
            </a:r>
            <a:r>
              <a:rPr sz="1800" b="0" dirty="0">
                <a:solidFill>
                  <a:srgbClr val="E8E8F0"/>
                </a:solidFill>
                <a:latin typeface="Segoe UI"/>
              </a:rPr>
              <a:t>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ООП: иерархия роботов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Robot — базовый класс: заряд, скорость, маршрут, наряд, журнал.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Seeder (S) — посев и полив.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Harvester (H) — уборка; тяжёлый и прожорливый по заряду.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Scout (E) — осмотр; быстрый (скорость 2) и экономичный.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Подклассы переопределяют HANDLES, move_cost, work_cost.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Полиморфизм: движок работает с любым роботом единообразно.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Алгоритмы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A* — кратчайший маршрут по 4-связной сетке (манхэттенская эвристика).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Двоичная куча (heapq) — очередь нарядов по приоритету, O(log n).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Сортировка слиянием — устойчивый план дня (приоритет, срок, очередь).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Поиск ближайшего (nearest) — выбор робота, ближайшего к наряду.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Подсистема заряда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Аккумулятор 100 %; движение и работа расходуют заряд.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Разные типы роботов тратят энергию по-разному.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При заряде ≤ 25 % робот сам строит маршрут A* к станции.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Зарядка пополняет аккумулятор до 100 %.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Моделирует автономность техники без участия оператора.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Логика симуляции (тик)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Начало дня: снятие просроченных нарядов.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Диспетчер раздаёт наряды свободным заряженным роботам.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Каждый робот действует по автомату: движение / работа / зарядка / простой.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8 тиков = 1 день; все события пишутся в журнал.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Случайностей нет — симуляция детерминирована.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Графический интерфейс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1828800"/>
            <a:ext cx="7772400" cy="4206240"/>
          </a:xfrm>
          <a:prstGeom prst="roundRect">
            <a:avLst/>
          </a:prstGeom>
          <a:solidFill>
            <a:srgbClr val="262838"/>
          </a:solidFill>
          <a:ln w="19050">
            <a:solidFill>
              <a:srgbClr val="22B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600" i="1" dirty="0">
              <a:solidFill>
                <a:srgbClr val="9A9EB3"/>
              </a:solidFill>
              <a:latin typeface="Segoe U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9A1ECE-15DE-4FF6-B1B0-A2D7612515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4560" y="1828800"/>
            <a:ext cx="7772400" cy="4204800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Демонстрация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1828800"/>
            <a:ext cx="7772400" cy="4206240"/>
          </a:xfrm>
          <a:prstGeom prst="roundRect">
            <a:avLst/>
          </a:prstGeom>
          <a:solidFill>
            <a:srgbClr val="262838"/>
          </a:solidFill>
          <a:ln w="19050">
            <a:solidFill>
              <a:srgbClr val="22B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600" i="1" dirty="0">
              <a:solidFill>
                <a:srgbClr val="9A9EB3"/>
              </a:solidFill>
              <a:latin typeface="Segoe U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C27C90-C4C8-4FD2-AB6F-F4C739EFB3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4560" y="1828800"/>
            <a:ext cx="7772400" cy="4204800"/>
          </a:xfrm>
          <a:prstGeom prst="round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Тестирование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Набор автотестов tests/test_core.py (без сторонних библиотек).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Проверка: merge_sort, nearest, A*, специализация роботов,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порядок нарядов, прогон симуляции на несколько дней.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Результат: 7 из 7 тестов пройдены успешно.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  <a:latin typeface="Segoe UI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Цель и задачи практики выполнены в полном объёме.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Реализованы ООП-модель, алгоритмы маршрутизации и диспетчеризации.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Подсистема заряда и интерфейс на tkinter работают, логика протестирована.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E8E8F0"/>
                </a:solidFill>
                <a:latin typeface="Segoe UI"/>
              </a:rPr>
              <a:t>•  Развитие: возврат событий и обслуживания, рост поля и парка, статистика.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E8E8F0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2B8CF"/>
                </a:solidFill>
                <a:latin typeface="Segoe UI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606</Words>
  <Application>Microsoft Office PowerPoint</Application>
  <PresentationFormat>Широкоэкранный</PresentationFormat>
  <Paragraphs>73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box vir</cp:lastModifiedBy>
  <cp:revision>5</cp:revision>
  <dcterms:created xsi:type="dcterms:W3CDTF">2013-01-27T09:14:16Z</dcterms:created>
  <dcterms:modified xsi:type="dcterms:W3CDTF">2026-06-24T17:55:17Z</dcterms:modified>
  <cp:category/>
</cp:coreProperties>
</file>